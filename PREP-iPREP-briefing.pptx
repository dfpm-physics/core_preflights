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portal. Two ways to prep for the lesson.</a:t>
            </a:r>
          </a:p>
          <a:p/>
          <a:p>
            <a:r>
              <a:t>Sign in once and everything you owe is on the Assignments page — the card tells you</a:t>
            </a:r>
          </a:p>
          <a:p>
            <a:r>
              <a:t>whether the lesson wants a written preflight, the interactive lesson, or your pick of</a:t>
            </a:r>
          </a:p>
          <a:p>
            <a:r>
              <a:t>the two.</a:t>
            </a:r>
          </a:p>
          <a:p/>
          <a:p>
            <a:r>
              <a:t>PREP — Pre-lesson Readiness Engagement Platform</a:t>
            </a:r>
          </a:p>
          <a:p>
            <a:r>
              <a:t>- Free-response questions you answer in the portal. Save a draft and change it until the deadline.</a:t>
            </a:r>
          </a:p>
          <a:p>
            <a:r>
              <a:t>- Your instructor reviews every score before you see it.</a:t>
            </a:r>
          </a:p>
          <a:p>
            <a:r>
              <a:t>- Graded green / yellow / red — and yellow still earns full credit, with a note telling you what to fix.</a:t>
            </a:r>
          </a:p>
          <a:p/>
          <a:p>
            <a:r>
              <a:t>iPREP — interactive PREP</a:t>
            </a:r>
          </a:p>
          <a:p>
            <a:r>
              <a:t>- A guided Socratic conversation with an AI tutor, launched from the same card.</a:t>
            </a:r>
          </a:p>
          <a:p>
            <a:r>
              <a:t>- Needs a free account at claude.ai — set it up before the first one counts.</a:t>
            </a:r>
          </a:p>
          <a:p>
            <a:r>
              <a:t>- Graded on effort, not correctness. Points post the moment you submit — no waiting.</a:t>
            </a:r>
          </a:p>
          <a:p/>
          <a:p>
            <a:r>
              <a:t>THE TERM AHEAD</a:t>
            </a:r>
          </a:p>
          <a:p>
            <a:r>
              <a:t>- Lessons 2-6, PREP required: write the preflight. Once you submit it, iPREP opens as</a:t>
            </a:r>
          </a:p>
          <a:p>
            <a:r>
              <a:t>  practice — worth no points either way, and a good way to try the tutor before it counts.</a:t>
            </a:r>
          </a:p>
          <a:p>
            <a:r>
              <a:t>- Lessons 7-11, iPREP required: the interactive lesson IS the assignment. Have your</a:t>
            </a:r>
          </a:p>
          <a:p>
            <a:r>
              <a:t>  claude.ai account working before lesson 7.</a:t>
            </a:r>
          </a:p>
          <a:p>
            <a:r>
              <a:t>- Lesson 13 onward, your choice: do either one — both are worth the same. Submitting one</a:t>
            </a:r>
          </a:p>
          <a:p>
            <a:r>
              <a:t>  picks it, and you cannot switch yourself afterward.</a:t>
            </a:r>
          </a:p>
          <a:p/>
          <a:p>
            <a:r>
              <a:t>Both feed Just-in-Time Teaching: your instructor reads what the class found confusing the</a:t>
            </a:r>
          </a:p>
          <a:p>
            <a:r>
              <a:t>night before and reshapes the lesson around it. Both are graded assignments.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things worth knowing now.</a:t>
            </a:r>
          </a:p>
          <a:p/>
          <a:p>
            <a:r>
              <a:t>SIGNING IN — Your roster email, typed in full.</a:t>
            </a:r>
          </a:p>
          <a:p>
            <a:r>
              <a:t>First password is the last six digits of your cadet ID, and the portal makes you replace it</a:t>
            </a:r>
          </a:p>
          <a:p>
            <a:r>
              <a:t>before it lets you go anywhere else. No emailed resets — ask an instructor in person, and</a:t>
            </a:r>
          </a:p>
          <a:p>
            <a:r>
              <a:t>ask early rather than the night something is due.</a:t>
            </a:r>
          </a:p>
          <a:p/>
          <a:p>
            <a:r>
              <a:t>DEADLINES — The night before the lesson.</a:t>
            </a:r>
          </a:p>
          <a:p>
            <a:r>
              <a:t>Physics 215 at 1759. Physics 110 at 2359. M-day and T-day sections do not share a deadline.</a:t>
            </a:r>
          </a:p>
          <a:p>
            <a:r>
              <a:t>The date on your own assignment card is the one that counts.</a:t>
            </a:r>
          </a:p>
          <a:p/>
          <a:p>
            <a:r>
              <a:t>iPREP ONLY — The first report you send is the one that counts.</a:t>
            </a:r>
          </a:p>
          <a:p>
            <a:r>
              <a:t>A graded interactive lesson grades instantly, so running it again will not replace it.</a:t>
            </a:r>
          </a:p>
          <a:p>
            <a:r>
              <a:t>Relaunch any time to study — that never touches your grade. If the saved report looks wrong,</a:t>
            </a:r>
          </a:p>
          <a:p>
            <a:r>
              <a:t>ask your instructor.</a:t>
            </a:r>
          </a:p>
          <a:p/>
          <a:p>
            <a:r>
              <a:t>iPREP ONLY — Effort means a real attempt.</a:t>
            </a:r>
          </a:p>
          <a:p>
            <a:r>
              <a:t>You are scored on engagement, not on getting the physics right. Work through it honestly and</a:t>
            </a:r>
          </a:p>
          <a:p>
            <a:r>
              <a:t>you earn the points. A reading reflection that is clearly not a real attempt drops you to one</a:t>
            </a:r>
          </a:p>
          <a:p>
            <a:r>
              <a:t>point, whatever the assignment is worth.</a:t>
            </a:r>
          </a:p>
          <a:p/>
          <a:p>
            <a:r>
              <a:t>CHOICE LESSONS — Submitting a path chooses it.</a:t>
            </a:r>
          </a:p>
          <a:p>
            <a:r>
              <a:t>On a lesson that offers both, the one you submit becomes the one you are graded on, and you</a:t>
            </a:r>
          </a:p>
          <a:p>
            <a:r>
              <a:t>cannot switch back yourself. Anything you did on the other path is kept and your instructor</a:t>
            </a:r>
          </a:p>
          <a:p>
            <a:r>
              <a:t>can still see it — it just is not what counts.</a:t>
            </a:r>
          </a:p>
          <a:p/>
          <a:p>
            <a:r>
              <a:t>SOMETHING IS WRONG — Go to your instructor first.</a:t>
            </a:r>
          </a:p>
          <a:p>
            <a:r>
              <a:t>Missing assignment, wrong section, a score that looks off, a report you need reopened — your</a:t>
            </a:r>
          </a:p>
          <a:p>
            <a:r>
              <a:t>instructor can fix all of it. They can also grant an extension. While one is running you are</a:t>
            </a:r>
          </a:p>
          <a:p>
            <a:r>
              <a:t>not marked zero.</a:t>
            </a:r>
          </a:p>
          <a:p/>
          <a:p>
            <a:r>
              <a:t>ACTION REQUIRED: fill out the AI-use survey sent in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